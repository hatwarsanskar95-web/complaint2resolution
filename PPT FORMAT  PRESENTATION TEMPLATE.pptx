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gwMVosRY/Af/bFgKK1a37Mr9ee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076450"/>
            <a:ext cx="5924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Software/Hardware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-1" y="2064921"/>
            <a:ext cx="12191999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b="1" lang="en-US" sz="32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sz="32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/>
          </a:p>
        </p:txBody>
      </p:sp>
      <p:sp>
        <p:nvSpPr>
          <p:cNvPr id="103" name="Google Shape;103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5" name="Google Shape;105;p2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609600" y="2533653"/>
            <a:ext cx="93853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/>
          </a:p>
        </p:txBody>
      </p:sp>
      <p:sp>
        <p:nvSpPr>
          <p:cNvPr id="115" name="Google Shape;115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7" name="Google Shape;117;p3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overcoming these challenges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29" name="Google Shape;129;p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39" name="Google Shape;1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1" name="Google Shape;141;p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3" name="Google Shape;153;p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AE5F1"/>
          </a:soli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885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